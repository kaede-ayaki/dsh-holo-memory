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开场：DSH 默认没有跨会话记忆。dsh-holo-memory 用三层结构补上「记住 → 蒸馏 → 召回 → 注入」闭环。当前版本 v0.1.0，已在本机运行。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四个问题：会话结束归零、日志只用于审计、现有方案偏重或不自动注入、跨项目串味。结论：缺的是完整闭环而不是又一个数据库。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三层各司其职：L1 保留对话摘要，L2 保留可追溯原子事实，L3 把多轮压成整体胶囊。每层都有条数上限；每次注入总预算 1400 字符。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流水线：捕获事件 → 每轮一次 LLM 蒸馏 → 去重/更新/回填向量 → 新消息到达时混合召回 → 预算内注入。模型不可用时退化为确定性 L1 摘要。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pnpm 的例子说明闭环：A 会话写入 L1/L2/L3；B 会话在模型开口前自动召回，用户不需要再解释。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检索双通道：BM25+中文 bigram 永远可用；Qwen3-Embedding-8B 提供 4096 维语义。用 0.22 余弦基线校准，无关问题被过滤。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注入策略：每条新用户消息只处理一次；排除当前会话 L1；L3/L2/L1 配额 3/5/2；超预算从最低分删；短问题用最近快照兜底。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工程与安全：纯本地 JSON、原子写、容量护栏、user/project 隔离、密钥全链路脱敏、零服务端。运行时依赖为 0（宿主提供 @deepseek-ai/*）。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实测：17/17 单测；真实 DSH runtime + mock provider 跑通蒸馏与注入；SiliconFlow 4096 维、2 条文本 341ms；召回分数与过滤符合预期。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使用：5 个工具覆盖召回/写入/浏览/删除/统计；配置在 profile patch；数据在 $DSH_HOME/holo-memory/。安装走设置 → 插件 → 本地目录。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收尾：当前边界是每轮一次蒸馏、headless 尾部竞争、去重为词法近似、暂无 UI；下一步是 Web 设置页、L3 consolidation、关系图与导入导出。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D E E P S E E K   H A R N E S S   ·   M E M O R Y   P L U G I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dsh-</a:t>
            </a:r>
            <a:r>
              <a:rPr sz="58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holo-memory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487168"/>
            <a:ext cx="6858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三层全息记忆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324612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让 agent 跨会话记得你、记得项目、记得做过什么。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41605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421081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L1 对话层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1992" y="41605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421081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L2 事实层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41605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4210812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L3 全息层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498348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向量检索 Qwen3-Embedding-8B  ·  4096D  ·  纯本地  ·  可审计  ·  零服务端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035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2026.10  ·  v0.1.0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1783080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8784" y="2020824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193852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全息记忆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226771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≤ 300 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9024" y="2093976"/>
            <a:ext cx="877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auto-inject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94192" y="2843784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58784" y="3081528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99923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328415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≤ 3000 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9024" y="3154679"/>
            <a:ext cx="877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auto-inject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3904487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58784" y="4142231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4059935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4389120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≤ 2000 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9024" y="4215383"/>
            <a:ext cx="877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auto-inject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01 /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每个新会话，agent 都从「初次见面」开始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17922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会话一关，记忆归零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31136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默认只保留一个会话内的上下文；新开一个 tab，就是一张白纸。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1572768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0" y="1828800"/>
            <a:ext cx="420624" cy="420624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6016" y="17922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事件日志不是记忆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2231136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append-only session log 面向审计与 replay，模型不会自动把它读回上下文。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355848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3611880"/>
            <a:ext cx="420624" cy="42062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57530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现有插件不是重，就是不全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014215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SQLite / 常驻 worker / embedding 服务；或者只负责存，不负责自动注入。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355848"/>
            <a:ext cx="5394960" cy="15544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0" y="3611880"/>
            <a:ext cx="420624" cy="42062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357530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跨项目串味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4014215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用户偏好与项目事实混在一个池子里，换个工作区就被无关记忆污染。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44068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0C162C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961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缺的不是存储，而是「记录 → 蒸馏 → 召回 → 注入」的完整闭环。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02 /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三层记忆，各管一件事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6720840" cy="135331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82296" cy="1353312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1984248"/>
            <a:ext cx="512064" cy="51206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737360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08483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每轮对话一条摘要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773936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用户要什么 · 做了什么 · 结果如何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39572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上限 2000 条  ·  每轮注入 2 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6720840" cy="135331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82296" cy="1353312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60" y="3520440"/>
            <a:ext cx="512064" cy="51206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273552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362102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原子事实，可追溯出处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310128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偏好 / 决策 / 约定 / 实体 / 待办 / 纠正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9319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上限 3000 条  ·  每轮注入 5 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45152"/>
            <a:ext cx="6720840" cy="135331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4645152"/>
            <a:ext cx="82296" cy="1353312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5056632"/>
            <a:ext cx="512064" cy="51206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809744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5721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跨多轮的整体胶囊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484632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用户画像 / 项目状态 / 未闭环线索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5468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上限 300 条  ·  每轮注入 3 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1572768"/>
            <a:ext cx="3977639" cy="457200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7848" y="1801368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每次注入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1031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≤ 1400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19" y="23957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字符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27797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按分数裁剪，不按层硬切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7848" y="33558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7848" y="38130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L2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8" y="42702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3419856"/>
            <a:ext cx="2651760" cy="164592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80" y="3877056"/>
            <a:ext cx="2148839" cy="164592"/>
          </a:xfrm>
          <a:prstGeom prst="roundRect">
            <a:avLst>
              <a:gd name="adj" fmla="val 5000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12480" y="4334256"/>
            <a:ext cx="1645919" cy="164592"/>
          </a:xfrm>
          <a:prstGeom prst="roundRect">
            <a:avLst>
              <a:gd name="adj" fmla="val 5000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27848" y="4882896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snapshot 注入，不是 system prompt 抖动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27848" y="5504688"/>
            <a:ext cx="32461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7848" y="5554979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 token when nothing matches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03 /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从一条对话，到下一次自动想起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66543" cy="19202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2066543" cy="64008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8096" y="2039112"/>
            <a:ext cx="402336" cy="40233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020824"/>
            <a:ext cx="1280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捕获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33472"/>
            <a:ext cx="166420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turn/start · user · assistant · turn/end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65476" y="2624328"/>
            <a:ext cx="146304" cy="228600"/>
          </a:xfrm>
          <a:prstGeom prst="rightArrow">
            <a:avLst/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3784" y="1783080"/>
            <a:ext cx="2066543" cy="19202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3784" y="1783080"/>
            <a:ext cx="2066543" cy="64008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44952" y="2039112"/>
            <a:ext cx="402336" cy="402336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2020824"/>
            <a:ext cx="1280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2633472"/>
            <a:ext cx="166420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1 次 LLM → 严格 JSON（L1 / L2 / L3）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42331" y="2624328"/>
            <a:ext cx="146304" cy="228600"/>
          </a:xfrm>
          <a:prstGeom prst="rightArrow">
            <a:avLst/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0" y="1783080"/>
            <a:ext cx="2066543" cy="19202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1783080"/>
            <a:ext cx="2066543" cy="64008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21807" y="2039112"/>
            <a:ext cx="402336" cy="402336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5583" y="2020824"/>
            <a:ext cx="1280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合并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2633472"/>
            <a:ext cx="166420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近似去重 · 原地更新 · 向量回填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219188" y="2624328"/>
            <a:ext cx="146304" cy="228600"/>
          </a:xfrm>
          <a:prstGeom prst="rightArrow">
            <a:avLst/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97495" y="1783080"/>
            <a:ext cx="2066543" cy="19202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97495" y="1783080"/>
            <a:ext cx="2066543" cy="64008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98663" y="2039112"/>
            <a:ext cx="402336" cy="40233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2020824"/>
            <a:ext cx="1280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8663" y="2633472"/>
            <a:ext cx="166420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新用户消息 → BM25 + 向量混合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96043" y="2624328"/>
            <a:ext cx="146304" cy="228600"/>
          </a:xfrm>
          <a:prstGeom prst="rightArrow">
            <a:avLst/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74351" y="1783080"/>
            <a:ext cx="2066543" cy="19202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4351" y="1783080"/>
            <a:ext cx="2066543" cy="64008"/>
          </a:xfrm>
          <a:prstGeom prst="roundRect">
            <a:avLst>
              <a:gd name="adj" fmla="val 0"/>
            </a:avLst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875519" y="2039112"/>
            <a:ext cx="402336" cy="40233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9295" y="2020824"/>
            <a:ext cx="1280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19" y="2633472"/>
            <a:ext cx="166420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≤1400 字符 snapshot → 本步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160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每个回合只多 1 次蒸馏调用；没有可用模型时退化为确定性 L1 摘要 —— 记录不会丢。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45262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模型不可用 / 解析失败 / API 报错 都不会阻断对话；下一轮仍可检索已有记忆。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138928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340096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event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4560" y="5321808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user/message  →  assistant/message  →  turn/end  ══▶  extraction queue  ══▶  l1/l2/l3.json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04 / IN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一次闭环：从「记住 pnpm」到「下次自己想起来」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257800" cy="42519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5564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会话 A · 记录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7627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这个项目用 pnpm，测试命令是 pnpm test。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→ 蒸馏</a:t>
            </a:r>
          </a:p>
        </p:txBody>
      </p:sp>
      <p:sp>
        <p:nvSpPr>
          <p:cNvPr id="11" name="Oval 10"/>
          <p:cNvSpPr/>
          <p:nvPr/>
        </p:nvSpPr>
        <p:spPr>
          <a:xfrm>
            <a:off x="1417320" y="3081527"/>
            <a:ext cx="384048" cy="384048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3035808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用户要求把包管理器统一为 pnpm，并确认测试命令。</a:t>
            </a:r>
          </a:p>
        </p:txBody>
      </p:sp>
      <p:sp>
        <p:nvSpPr>
          <p:cNvPr id="13" name="Oval 12"/>
          <p:cNvSpPr/>
          <p:nvPr/>
        </p:nvSpPr>
        <p:spPr>
          <a:xfrm>
            <a:off x="1417320" y="3922776"/>
            <a:ext cx="384048" cy="384048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3877056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项目使用 pnpm；测试命令 pnpm test。</a:t>
            </a:r>
          </a:p>
        </p:txBody>
      </p:sp>
      <p:sp>
        <p:nvSpPr>
          <p:cNvPr id="15" name="Oval 14"/>
          <p:cNvSpPr/>
          <p:nvPr/>
        </p:nvSpPr>
        <p:spPr>
          <a:xfrm>
            <a:off x="1417320" y="4764024"/>
            <a:ext cx="384048" cy="384048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5104" y="4718304"/>
            <a:ext cx="3520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工具链约定：pnpm 为核心，后续任务默认遵循。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89320" y="3310128"/>
            <a:ext cx="475488" cy="310896"/>
          </a:xfrm>
          <a:prstGeom prst="rightArrow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29400" y="1554480"/>
            <a:ext cx="4983480" cy="42519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175564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会话 B · 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128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17627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这个项目用什么包管理器？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6974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→ 自动召回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04495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[L2]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3026664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项目使用 pnpm；测试命令 pnpm test。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9792" y="370332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[L1]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3685032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上次确认了 pnpm 约定，并写入 L3 胶囊。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43708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→ 回答 pnpm，不需要用户再解释一次。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64608"/>
            <a:ext cx="4343400" cy="658368"/>
          </a:xfrm>
          <a:prstGeom prst="roundRect">
            <a:avLst>
              <a:gd name="adj" fmla="val 8000"/>
            </a:avLst>
          </a:prstGeom>
          <a:solidFill>
            <a:srgbClr val="101B30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99262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回答：pnpm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0017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来源：L2 事实 + L1 摘要，可追溯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961888"/>
            <a:ext cx="11064240" cy="310896"/>
          </a:xfrm>
          <a:prstGeom prst="roundRect">
            <a:avLst>
              <a:gd name="adj" fmla="val 50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6007608"/>
            <a:ext cx="10515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[holo-memory] 注入为 user-role snapshot，模型在开口前就带着背景事实。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05 / RETRIEVAL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双通道混合检索：词法保底，向量提精度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3736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BM25 + 中文 bigram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214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零依赖 · 离线可用 · 对术语、路径、专名精确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420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任何时候的保底通道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5468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319272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Qwen / Qwen3-Embedding-8B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7033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4096 维 · 跨语言语义 · 硅基流动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单次查询约 200–400ms，超时自动退回词法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1572768"/>
            <a:ext cx="5687568" cy="14173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relevance  =  0.62 · vec'  +  0.28 · lex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1762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vec' = max(0, (cos − 0.22) / 0.78)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57860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0.22 是无关文本的余弦基线；先减基线，噪声就不会伪装成相关。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3246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实测召回（同一 L1 记录）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36118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这个项目用什么包管理器？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3675888"/>
            <a:ext cx="1737360" cy="118872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32520" y="3675888"/>
            <a:ext cx="1580997" cy="118872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613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cos 0.454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359359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1888" y="4233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Which package manager…?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4297680"/>
            <a:ext cx="1737360" cy="118872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4297680"/>
            <a:ext cx="712317" cy="118872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61320" y="423367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cos 0.429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421538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48554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明天天气怎么样？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32520" y="4919472"/>
            <a:ext cx="1737360" cy="118872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61320" y="48554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cos 0.30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4837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过滤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074920"/>
            <a:ext cx="11064240" cy="749808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52669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无关问题不注入（0 token）；查询 embedding 超过 2.5s 时本轮退回词法，不阻塞对话。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5595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向量写入是后台异步的：新记录先可被词法检索，随后补齐 4096 维向量。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06 / INJECTION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只在需要时，只给需要的量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6384" y="1828800"/>
            <a:ext cx="402336" cy="40233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5024" y="1755648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新用户消息到达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21031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每条消息只处理一次；后续工具步不重复注入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5176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852928"/>
            <a:ext cx="402336" cy="402336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2779776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排除当前会话 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12724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避免把本轮对话再复述一遍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75888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877056"/>
            <a:ext cx="402336" cy="402336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3803904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阈值 + 配额排序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415137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L3 / L2 / L1 = 3 / 5 / 2 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700016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384" y="4901184"/>
            <a:ext cx="402336" cy="40233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5024" y="4828032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预算裁剪 → 注入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517550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≤1400 字符 snapshot，写入本步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1627632"/>
            <a:ext cx="4892040" cy="41605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59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注入预算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6872" y="213969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1400 chars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2860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按分数裁剪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95159" y="2834640"/>
            <a:ext cx="1243584" cy="219456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59" y="314553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L3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3" y="2834640"/>
            <a:ext cx="1329537" cy="219456"/>
          </a:xfrm>
          <a:prstGeom prst="roundRect">
            <a:avLst>
              <a:gd name="adj" fmla="val 5000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3" y="314553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L2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59721" y="2834640"/>
            <a:ext cx="1587398" cy="219456"/>
          </a:xfrm>
          <a:prstGeom prst="roundRect">
            <a:avLst>
              <a:gd name="adj" fmla="val 5000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59721" y="314553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3502152"/>
            <a:ext cx="4343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高分条目优先；超预算时从最低分开始删，而不是砍掉整层。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59" y="4233672"/>
            <a:ext cx="4343400" cy="713232"/>
          </a:xfrm>
          <a:prstGeom prst="roundRect">
            <a:avLst>
              <a:gd name="adj" fmla="val 8000"/>
            </a:avLst>
          </a:prstGeom>
          <a:solidFill>
            <a:srgbClr val="101B30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8040" y="4352544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短问题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9" y="4325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“继续” → 最近 L1 + 最重要 L3 快照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19" y="4626864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无关问题 → 0 token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59" y="519379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Consolas"/>
                <a:ea typeface="Consolas"/>
                <a:cs typeface="Consolas"/>
              </a:rPr>
              <a:t>source.kind = "holo-memory"  ·  form = snapshot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07 /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本地、可审计、不撑爆上下文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38728" cy="16459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38728" cy="54864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10512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纯本地 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860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l1.json / l2.json / l3.json，可 grep、diff、手工改、rm 即遗忘。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572768"/>
            <a:ext cx="3538728" cy="16459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0248" y="1572768"/>
            <a:ext cx="3538728" cy="5486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1810512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原子写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2860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临时文件 + rename；崩溃不会留下半截记忆文件。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7" y="1572768"/>
            <a:ext cx="3538728" cy="16459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73567" y="1572768"/>
            <a:ext cx="3538728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1810512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容量护栏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2860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2000 / 3000 / 300；超过按重要度与时间淘汰。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447287"/>
            <a:ext cx="3538728" cy="16459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447287"/>
            <a:ext cx="3538728" cy="5486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1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Scope 隔离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605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user 跨项目；project 跟工作区，随 git 共享给团队。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3447287"/>
            <a:ext cx="3538728" cy="16459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70248" y="3447287"/>
            <a:ext cx="3538728" cy="54864"/>
          </a:xfrm>
          <a:prstGeom prst="roundRect">
            <a:avLst>
              <a:gd name="adj" fmla="val 0"/>
            </a:avLst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685031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密钥全链路脱敏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41605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写入拒存、召回渲染再脱敏；L1/L2/L3 都覆盖。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3447287"/>
            <a:ext cx="3538728" cy="16459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73567" y="3447287"/>
            <a:ext cx="3538728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3685031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0 服务端 / 0 账号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41605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没有遥测；embedding 也可以指向本地 Ollama。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" y="5806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运行时依赖 0  ·  宿主提供 @deepseek-ai/* 服务  ·  插件包 28.5 KB（tarball）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08 / VERIFIED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不是 PPT 工程，是已经在跑的插件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36192"/>
            <a:ext cx="2606040" cy="11155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6420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17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762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单元测试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536192"/>
            <a:ext cx="2606040" cy="11155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166420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4096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1762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向量维度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536192"/>
            <a:ext cx="2606040" cy="11155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66420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341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1762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2 条文本 embedding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7" y="1536192"/>
            <a:ext cx="2606040" cy="11155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3143" y="166420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98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43" y="21762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解包体积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907792"/>
            <a:ext cx="5486400" cy="27889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0906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真实 DSH 运行时 E2E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352958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5204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临时 profile + mock Anthropic SSE 服务，插件正常加载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00507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399592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第 1 轮后生成 l1.json / l2.json / l3.json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4805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44714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第 2 轮模型请求中检测到注入块（injected=true）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95604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4690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3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已有 L1 自动回填 4096 维向量；新事实即时嵌入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907792"/>
            <a:ext cx="5349240" cy="27889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0906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live memory_stats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401568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L1 = 1   ·   L2 = 1   ·   L3 =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749039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embedded = 2  ·  Qwen/Qwen3-Embedding-8B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251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召回分数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590288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中文相关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4645151"/>
            <a:ext cx="2286000" cy="109728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35240" y="4645151"/>
            <a:ext cx="2080260" cy="10972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4572000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0.546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937759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英文相关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5240" y="4992623"/>
            <a:ext cx="2286000" cy="109728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35240" y="4992623"/>
            <a:ext cx="937260" cy="10972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4919472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0.246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285231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无关问题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35240" y="5340095"/>
            <a:ext cx="2286000" cy="109728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5266944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F87171"/>
                </a:solidFill>
                <a:latin typeface="Segoe UI"/>
                <a:ea typeface="Segoe UI"/>
                <a:cs typeface="Segoe UI"/>
              </a:rPr>
              <a:t>filtered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09 / USAGE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怎么用：5 个工具 + 3 个文件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916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memory_recall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6" y="170078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混合检索三层记忆，返回带 id 的记录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22576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44144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memory_note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6" y="245059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写入 L2 事实或 L3 全息胶囊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2384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19125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memory_list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32004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按层浏览最近的记忆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94106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memory_forget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1216" y="3950207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按 id 删除过时/错误的记忆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72000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69087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memory_stats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1216" y="470001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层数量、向量覆盖、存储路径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572768"/>
            <a:ext cx="5166360" cy="32461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1737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cordis.patch.yml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029968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- id: holo-memory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832" y="2313432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  config: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832" y="2596896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    embeddingEnabled: true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2880360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    embeddingBaseUrl: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832" y="3163824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      https://api.siliconflow.cn/v1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2" y="3447288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    embeddingModel: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3730752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      Qwen/Qwen3-Embedding-8B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4014216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    embeddingApiKeyFile: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4297680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      .../holo-memory/embedding.key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" y="54864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4406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设置 → 插件 → 添加插件 → 填本地目录 → 重启 dsh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" y="583387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存储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" y="5797296"/>
            <a:ext cx="5303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$DSH_HOME/holo-memory/{l1,l2,l3}.json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10 / BOUNDARIES &amp;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先做对记忆，再做多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830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已知边界</a:t>
            </a:r>
          </a:p>
        </p:txBody>
      </p:sp>
      <p:sp>
        <p:nvSpPr>
          <p:cNvPr id="8" name="Oval 7"/>
          <p:cNvSpPr/>
          <p:nvPr/>
        </p:nvSpPr>
        <p:spPr>
          <a:xfrm>
            <a:off x="859536" y="2359152"/>
            <a:ext cx="64008" cy="64008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286000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每轮多 1 次蒸馏调用（可配置关闭或跟随会话模型）</a:t>
            </a:r>
          </a:p>
        </p:txBody>
      </p:sp>
      <p:sp>
        <p:nvSpPr>
          <p:cNvPr id="10" name="Oval 9"/>
          <p:cNvSpPr/>
          <p:nvPr/>
        </p:nvSpPr>
        <p:spPr>
          <a:xfrm>
            <a:off x="859536" y="2944368"/>
            <a:ext cx="64008" cy="64008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871216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headless 一次性任务退出太快时，最后一条蒸馏可能来不及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" y="3529584"/>
            <a:ext cx="64008" cy="64008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456432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L2 写入去重是词法近似，极端近义改写可能各存一条</a:t>
            </a:r>
          </a:p>
        </p:txBody>
      </p:sp>
      <p:sp>
        <p:nvSpPr>
          <p:cNvPr id="14" name="Oval 13"/>
          <p:cNvSpPr/>
          <p:nvPr/>
        </p:nvSpPr>
        <p:spPr>
          <a:xfrm>
            <a:off x="859536" y="4114800"/>
            <a:ext cx="64008" cy="64008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4041648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目前没有 Web 设置页，配置走 profile patch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1755648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1805939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CURRENT · v0.1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1600200"/>
            <a:ext cx="5577840" cy="32461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7830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20" name="Oval 19"/>
          <p:cNvSpPr/>
          <p:nvPr/>
        </p:nvSpPr>
        <p:spPr>
          <a:xfrm>
            <a:off x="6345936" y="2359152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2286000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Web 设置页：查看 / 编辑 L1-L3，实时看召回</a:t>
            </a:r>
          </a:p>
        </p:txBody>
      </p:sp>
      <p:sp>
        <p:nvSpPr>
          <p:cNvPr id="22" name="Oval 21"/>
          <p:cNvSpPr/>
          <p:nvPr/>
        </p:nvSpPr>
        <p:spPr>
          <a:xfrm>
            <a:off x="6345936" y="2944368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2871216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L3 定时 consolidation：跨会话合并主题胶囊</a:t>
            </a:r>
          </a:p>
        </p:txBody>
      </p:sp>
      <p:sp>
        <p:nvSpPr>
          <p:cNvPr id="24" name="Oval 23"/>
          <p:cNvSpPr/>
          <p:nvPr/>
        </p:nvSpPr>
        <p:spPr>
          <a:xfrm>
            <a:off x="6345936" y="3529584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3456432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关系图与时间线：把记忆长成可浏览的结构</a:t>
            </a:r>
          </a:p>
        </p:txBody>
      </p:sp>
      <p:sp>
        <p:nvSpPr>
          <p:cNvPr id="26" name="Oval 25"/>
          <p:cNvSpPr/>
          <p:nvPr/>
        </p:nvSpPr>
        <p:spPr>
          <a:xfrm>
            <a:off x="6345936" y="411480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041648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导出 / 导入、更多 embedding 后端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1755648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1805939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NEXT · v0.2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" y="525780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记住该记住的，忘掉该忘掉的。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58704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plugin-dev/dsh-holo-memory   ·   98 KB  ·   纯本地   ·   可审计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v0.1.0  · 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dsh-holo-memory — 三层全息记忆</dc:title>
  <dc:subject>DeepSeek Harness memory plugin introduction</dc:subject>
  <dc:creator>dsh-holo-memory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