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开场：dsh-holo-memory v0.4.0。三部分：插件介绍、安装方式、注意事项。先用一句话说明它让 agent 跨会话记得你、记得项目。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第一部分：先讲三层记忆和闭环，再讲召回，最后看界面。强调它不是一个数据库，而是记录、蒸馏、召回、注入的完整链路。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三层各司其职：L1 对话摘要，L2 原子事实，L3 整体胶囊。右侧是一轮对话的闭环：捕获、蒸馏、召回、注入；纯本地 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架构选择：它不是 MCP 服务器，而是 DSH 原生进程内插件。不额外起进程、不占端口、不经过 MCP 协议；agent/pre-step 直接自动注入，client slot 直接出 UI。仍暴露 memory_* 工具，但记忆读写不依赖 MCP。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召回升级为三通道 RRF：词法、字符 n-gram、向量；再加 Active Window 主动补位和 citation 回写。预算按 IMMEDIATE/WORKING/BACKGROUND 分配。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看得见的两个界面：侧边栏的独立控制台，以及聊天工作步骤里的召回行。工作步骤行可以展开看问题、正文和命中 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来源链：每条记录带 session/turn/seq 指针和逐字 excerpt，excerptHash 可校验。证据等级分 ·源、·指针、·手写，无标记就是仅摘要。memory_open 可以回取原文和修订历史；拿不到来源会明确写 unavailable，不猜。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体检与修订：memory_doctor 快检覆盖存储、来源、哈希、向量、重复、引用、审计、阈值和自检；深检真的打开一条来源并跑召回探针。修正不会覆盖旧版本，revision/history 留痕，memory_open(history=true) 可回看。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第二部分：安装方式。准备环境、构建、在设置里添加本地目录、重启验证。桌面版 profile 由 Electron 管理，不要用 CLI 改 desktop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四步安装：Node 22.19+，npm install/build/test，设置→插件→添加插件→本地目录，最后完全重启 DSH。数据在 $DSH_HOME/holo-memory。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向量模型是可选的。在侧边栏页面填接口、模型、Key，先检测再保存；不配也能用词法和 n-gram。Key 单独文件保存，GET 不返回。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第三部分：注意事项。重点讲密钥、隐私、token、重启、异步蒸馏、scope 六条，以及 DSH 兼容性。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六条底线逐条过。最后给建议：先小 workspace 试运行，观察召回质量和 token 成本，再日常使用。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收尾：记住该记住的，忘掉该忘掉的。仓库、版本和下一步：P2 内容压缩/marker、Query Intent、更多评测。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D E E P S E E K   H A R N E S S   ·   M E M O R Y   P L U G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dsh-</a:t>
            </a:r>
            <a:r>
              <a:rPr sz="58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holo-memory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395728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三层全息记忆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12724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让 agent 跨会话记得你、记得项目、记得做过什么。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L1 对话层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2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L2 事实层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L3 全息层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370832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三通道召回  ·  Active Window  ·  来源指针  ·  记忆体检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47548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 ·  可审计  ·  可回取原文  ·  零服务端  ·  v0.4.0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664208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8784" y="1901952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181965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2148840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整体胶囊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1993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2688336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58784" y="2926080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8437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17296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原子事实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3017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712464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58784" y="3950208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38679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419709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每轮摘要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40416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50468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本 次 内 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08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9339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320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951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013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9327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8563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5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6053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2026.10  ·  v0.4.0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三层记忆、三通道召回、来源可核对，以及为什么这次“看得见”。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L1 对话摘要 · L2 原子事实 · L3 整体胶囊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混合召回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 + Active Window + 引用回写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可核对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来源指针 + memory_open + 记忆体检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WHAT IT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记忆不是数据库，是一条完整闭环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81328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新会话默认是一张白纸；插件把「记录 → 蒸馏 → 召回 → 注入」接了起来。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73152" cy="1005840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203704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0665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404872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每轮一条摘要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2140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用户要什么 · 做了什么 · 结果如何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73152" cy="1005840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3374136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236976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3575304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原子事实，可追溯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2918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偏好 / 决策 / 约定 / 待办 / 纠正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279392"/>
            <a:ext cx="73152" cy="100584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4544568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440740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47457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跨多轮的整体胶囊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46227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用户画像 / 项目状态 / 未闭环线索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577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每层都有条数上限；超过上限按重要度与时间淘汰。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600200"/>
            <a:ext cx="4114800" cy="434340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180136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ONE TURN</a:t>
            </a:r>
          </a:p>
        </p:txBody>
      </p:sp>
      <p:sp>
        <p:nvSpPr>
          <p:cNvPr id="28" name="Oval 27"/>
          <p:cNvSpPr/>
          <p:nvPr/>
        </p:nvSpPr>
        <p:spPr>
          <a:xfrm>
            <a:off x="7754111" y="2258568"/>
            <a:ext cx="329184" cy="32918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21854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捕获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176272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turn/start · user · assistant · turn/end</a:t>
            </a:r>
          </a:p>
        </p:txBody>
      </p:sp>
      <p:sp>
        <p:nvSpPr>
          <p:cNvPr id="31" name="Oval 30"/>
          <p:cNvSpPr/>
          <p:nvPr/>
        </p:nvSpPr>
        <p:spPr>
          <a:xfrm>
            <a:off x="7754111" y="3108960"/>
            <a:ext cx="329184" cy="32918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303580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02666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1 次 LLM → 严格 JSON（L1/L2/L3）</a:t>
            </a:r>
          </a:p>
        </p:txBody>
      </p:sp>
      <p:sp>
        <p:nvSpPr>
          <p:cNvPr id="34" name="Oval 33"/>
          <p:cNvSpPr/>
          <p:nvPr/>
        </p:nvSpPr>
        <p:spPr>
          <a:xfrm>
            <a:off x="7754111" y="3959352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3886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387705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+ Active Window</a:t>
            </a:r>
          </a:p>
        </p:txBody>
      </p:sp>
      <p:sp>
        <p:nvSpPr>
          <p:cNvPr id="37" name="Oval 36"/>
          <p:cNvSpPr/>
          <p:nvPr/>
        </p:nvSpPr>
        <p:spPr>
          <a:xfrm>
            <a:off x="7754111" y="4809744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4736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9408" y="47274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带 id 的 snapshot，≤1400 字符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4589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JSON · 原子写 · 密钥脱敏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不是 MCP 服务，是 DSH 原生插件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不额外起进程、不占端口、不经过 MCP 协议；直接挂进 agent 生命周期。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48256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F87171"/>
                </a:solidFill>
                <a:latin typeface="Segoe UI"/>
                <a:ea typeface="Segoe UI"/>
                <a:cs typeface="Segoe UI"/>
              </a:rPr>
              <a:t>MCP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04288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独立进程 + 端口 / stdio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06624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模型主动调用工具 → 多一跳协议、配置与运维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01568"/>
            <a:ext cx="67665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DSH NATIVE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22191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进程内插件 + 生命周期钩子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2452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agent/pre-step 自动注入；client slot 直接出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5371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无需 mcpServers 配置，也不依赖模型先“想起来”调工具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901952"/>
            <a:ext cx="4023360" cy="315468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0848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为什么重要</a:t>
            </a:r>
          </a:p>
        </p:txBody>
      </p:sp>
      <p:sp>
        <p:nvSpPr>
          <p:cNvPr id="18" name="Oval 17"/>
          <p:cNvSpPr/>
          <p:nvPr/>
        </p:nvSpPr>
        <p:spPr>
          <a:xfrm>
            <a:off x="7845552" y="2569464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496312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零额外服务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496312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无独立进程、无端口</a:t>
            </a:r>
          </a:p>
        </p:txBody>
      </p:sp>
      <p:sp>
        <p:nvSpPr>
          <p:cNvPr id="21" name="Oval 20"/>
          <p:cNvSpPr/>
          <p:nvPr/>
        </p:nvSpPr>
        <p:spPr>
          <a:xfrm>
            <a:off x="7845552" y="3054096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2980944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自动注入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980944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不靠模型主动点工具</a:t>
            </a:r>
          </a:p>
        </p:txBody>
      </p:sp>
      <p:sp>
        <p:nvSpPr>
          <p:cNvPr id="24" name="Oval 23"/>
          <p:cNvSpPr/>
          <p:nvPr/>
        </p:nvSpPr>
        <p:spPr>
          <a:xfrm>
            <a:off x="7845552" y="3538728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2" y="3465576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事件完整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465576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 + session 钩子</a:t>
            </a:r>
          </a:p>
        </p:txBody>
      </p:sp>
      <p:sp>
        <p:nvSpPr>
          <p:cNvPr id="27" name="Oval 26"/>
          <p:cNvSpPr/>
          <p:nvPr/>
        </p:nvSpPr>
        <p:spPr>
          <a:xfrm>
            <a:off x="7845552" y="402336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950208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UI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3950208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 + 工作步骤</a:t>
            </a:r>
          </a:p>
        </p:txBody>
      </p:sp>
      <p:sp>
        <p:nvSpPr>
          <p:cNvPr id="30" name="Oval 29"/>
          <p:cNvSpPr/>
          <p:nvPr/>
        </p:nvSpPr>
        <p:spPr>
          <a:xfrm>
            <a:off x="7845552" y="4507992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2" y="4434840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数据本地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4434840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JSON + 可审计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38928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035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MCP 也能做记忆，但要多起一个进程、多一次工具调用；这里把这一跳省掉。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60527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插件仍暴露 memory_* 工具，但记忆的读写与注入链路本身不依赖 MCP 服务器。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RETRIEVAL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召回：三条独立通道 + 一个主动窗口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LEXICAL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BM25 + 中文 bigram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术语、路径、专名；零依赖永远可用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NGRAM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字符 2/3-gram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中文子串、错字、中英混合补位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Qwen3-Embedding-8B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4096 维语义；baseline 校准后参与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90672"/>
            <a:ext cx="6903720" cy="9875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63093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RRF(d)  =  Σ  1 / (60 + rank_c(d))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3931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三路排名融合，不把不同量纲的原始分硬相加；同 content_hash 并列。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6110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0740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ACTIVE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6451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主动补位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983480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高重要度 L2/L3；独立预留 420 字符；query 无命中也带。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87952" y="4261104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440740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CITATION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983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每行带 (id:xxxxxxxx)；回答引用后回写 citedCount。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090672"/>
            <a:ext cx="3886200" cy="25877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325526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INJECTION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6136" y="3511296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≤ 1400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749039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字符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3" y="4187952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IMMEDIATE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62872" y="4233672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262872" y="4233672"/>
            <a:ext cx="868680" cy="12801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4423" y="4572000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WORKING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4617720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62872" y="4617720"/>
            <a:ext cx="521207" cy="128016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4423" y="49560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BACKGROUND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62872" y="5001768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62872" y="5001768"/>
            <a:ext cx="347472" cy="128016"/>
          </a:xfrm>
          <a:prstGeom prst="roundRect">
            <a:avLst>
              <a:gd name="adj" fmla="val 50000"/>
            </a:avLst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533095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band 内按分数保留，active 行优先。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看得见的记忆：页面 + 工作步骤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侧边栏一级入口进入控制台；每次召回在聊天工作步骤里留一行，点开看正文与命中 id。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773936"/>
            <a:ext cx="5266944" cy="373989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5120640" cy="35935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  全息记忆控制台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70448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统计 · 模型配置 · 检测/保存 · 搜索筛选 · 召回审计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801367"/>
            <a:ext cx="4352544" cy="369417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call-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4206240" cy="35478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596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  工作步骤里的召回行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87044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[长期记忆自动召回 | holo-memory]  ·  展开看问题/正文/id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PROVENANCE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每条记忆，都能回到原文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摘要只是索引；来源指针才是可核对的那一句。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623560" cy="193852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56816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SOURCE POINTER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session / turn / seqStart–seqEnd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151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逐字 excerpt（≤1600 字符，不是二次摘要）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excerptHash：写入后若被悄悄改过，校验会报错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88620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证据等级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60520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·源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424281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逐字原文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4160520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4215383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·指针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424281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仅 session/turn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27448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782312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·手写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7" y="480974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memory_note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0128" y="4727448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93A1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56432" y="4782312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无标记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480974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仅摘要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1810512"/>
            <a:ext cx="5029200" cy="32461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2552" y="1993392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MEMORY_OPEN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2552" y="2286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memory_open("91ec8d6a")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2552" y="272491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source: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72491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session … · turn 7 · seq 41–57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305409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evidence: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054096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verbatim excerpt (hash verified)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2552" y="3383280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---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383280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2552" y="371246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[user]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712464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记住：部署目标是 Windows…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404164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[assistant]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041648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好的，已记录这个约定。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2552" y="4370831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history=true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370831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→ rev 1 / rev 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486400"/>
            <a:ext cx="11064240" cy="65836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650992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旧记录 = ·指针（没有逐字片段）；新记录 = ·源；拿不到来源就写 unavailable，绝不猜。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OBSERVABILITY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会体检，也会留痕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医生真取一次；修正只增不盖。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760720" cy="345643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9339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MEMORY_DOCTOR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6771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快检 9 项 · 深检 2 项</a:t>
            </a:r>
          </a:p>
        </p:txBody>
      </p:sp>
      <p:sp>
        <p:nvSpPr>
          <p:cNvPr id="10" name="Oval 9"/>
          <p:cNvSpPr/>
          <p:nvPr/>
        </p:nvSpPr>
        <p:spPr>
          <a:xfrm>
            <a:off x="79552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存储可读</a:t>
            </a:r>
          </a:p>
        </p:txBody>
      </p:sp>
      <p:sp>
        <p:nvSpPr>
          <p:cNvPr id="12" name="Oval 11"/>
          <p:cNvSpPr/>
          <p:nvPr/>
        </p:nvSpPr>
        <p:spPr>
          <a:xfrm>
            <a:off x="257860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来源覆盖</a:t>
            </a:r>
          </a:p>
        </p:txBody>
      </p:sp>
      <p:sp>
        <p:nvSpPr>
          <p:cNvPr id="14" name="Oval 13"/>
          <p:cNvSpPr/>
          <p:nvPr/>
        </p:nvSpPr>
        <p:spPr>
          <a:xfrm>
            <a:off x="436168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原文哈希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向量覆盖</a:t>
            </a:r>
          </a:p>
        </p:txBody>
      </p:sp>
      <p:sp>
        <p:nvSpPr>
          <p:cNvPr id="18" name="Oval 17"/>
          <p:cNvSpPr/>
          <p:nvPr/>
        </p:nvSpPr>
        <p:spPr>
          <a:xfrm>
            <a:off x="257860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重复内容</a:t>
            </a:r>
          </a:p>
        </p:txBody>
      </p:sp>
      <p:sp>
        <p:nvSpPr>
          <p:cNvPr id="20" name="Oval 19"/>
          <p:cNvSpPr/>
          <p:nvPr/>
        </p:nvSpPr>
        <p:spPr>
          <a:xfrm>
            <a:off x="436168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79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2" name="Oval 21"/>
          <p:cNvSpPr/>
          <p:nvPr/>
        </p:nvSpPr>
        <p:spPr>
          <a:xfrm>
            <a:off x="79552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召回审计</a:t>
            </a:r>
          </a:p>
        </p:txBody>
      </p:sp>
      <p:sp>
        <p:nvSpPr>
          <p:cNvPr id="24" name="Oval 23"/>
          <p:cNvSpPr/>
          <p:nvPr/>
        </p:nvSpPr>
        <p:spPr>
          <a:xfrm>
            <a:off x="257860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阈值合法</a:t>
            </a:r>
          </a:p>
        </p:txBody>
      </p:sp>
      <p:sp>
        <p:nvSpPr>
          <p:cNvPr id="26" name="Oval 25"/>
          <p:cNvSpPr/>
          <p:nvPr/>
        </p:nvSpPr>
        <p:spPr>
          <a:xfrm>
            <a:off x="436168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79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体检器自检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18795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deep：真打开一条来源 + 跑一次词法召回探针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599431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PASS · 9 ok / 0 warn / 0 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93776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配置看起来对，不算通过。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1810512"/>
            <a:ext cx="4892040" cy="345643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1424" y="199339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REVISION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3136" y="2249424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rev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880360"/>
            <a:ext cx="4023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history 1 · 最多保留 20 条</a:t>
            </a:r>
          </a:p>
        </p:txBody>
      </p:sp>
      <p:sp>
        <p:nvSpPr>
          <p:cNvPr id="35" name="Oval 34"/>
          <p:cNvSpPr/>
          <p:nvPr/>
        </p:nvSpPr>
        <p:spPr>
          <a:xfrm>
            <a:off x="6821424" y="3319272"/>
            <a:ext cx="274320" cy="2743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33009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L2 修正：旧文本进 history</a:t>
            </a:r>
          </a:p>
        </p:txBody>
      </p:sp>
      <p:sp>
        <p:nvSpPr>
          <p:cNvPr id="37" name="Oval 36"/>
          <p:cNvSpPr/>
          <p:nvPr/>
        </p:nvSpPr>
        <p:spPr>
          <a:xfrm>
            <a:off x="6821424" y="3822191"/>
            <a:ext cx="274320" cy="27432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80390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revision 递增，不静默覆盖</a:t>
            </a:r>
          </a:p>
        </p:txBody>
      </p:sp>
      <p:sp>
        <p:nvSpPr>
          <p:cNvPr id="39" name="Oval 38"/>
          <p:cNvSpPr/>
          <p:nvPr/>
        </p:nvSpPr>
        <p:spPr>
          <a:xfrm>
            <a:off x="6821424" y="4325112"/>
            <a:ext cx="274320" cy="274320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2048" y="430682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memory_open(history=true) 回看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1424" y="4882896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修正不是覆盖，是留痕。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从源码到可用：构建、安装、重启、验证。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 · Node ≥ 22.19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本地目录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可选向量模型；不配也能用词法召回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4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安装：四步，最后一定要重启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1764792"/>
            <a:ext cx="420624" cy="42062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68249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29967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0.2.1-rc.1+；Node.js ≥ 22.19；不需要 Python/数据库。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7860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770632"/>
            <a:ext cx="420624" cy="42062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68833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构建插件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03580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npm install  →  npm run build  →  npm test（可选）。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8444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776472"/>
            <a:ext cx="420624" cy="42062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9417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4164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填本地目录，或 web profile 用 dsh plugin add link。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9028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4782312"/>
            <a:ext cx="420624" cy="42062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70001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重启验证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504748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完全退出并重启 DSH；新会话问一个只有记忆知道的问题。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572768"/>
            <a:ext cx="3383280" cy="41605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5564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LOCAL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084832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cd dsh-holo-memory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23774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670048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run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296265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4930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6" y="3785615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$DSH_HOME/holo-memory/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0599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l1.json / l2.json / l3.json / embedding.key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4544568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DESKTOP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484632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desktop profile 由 Electron 管理；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510235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用设置页安装，不要用 CLI 改 desktop profile。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" y="5806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2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装完 / 更新后：client 半在启动时加载，刷新页面不够，必须重启 DSH。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OPTIONAL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配置向量模型（可选，不配也能用）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806440" cy="434340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侧边栏 → 全息记忆 → 向量模型配置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供应商 / 接口地址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130552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https://api.siliconflow.cn/v1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2843784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290779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Qwen/Qwen3-Embedding-8B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API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3557016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0048" y="3621024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已保存；留空保持不变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159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维度（可选）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270248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334255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0 = 用模型默认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38928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① 检测可用性：请求一次 /embeddings，判断是否向量模型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31536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② 保存配置：写 embedding.json + embedding.key，立即生效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705856"/>
            <a:ext cx="5303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已有记录会在后台按新模型重新回填向量。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554480"/>
            <a:ext cx="4892040" cy="192024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不配向量模型？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2084831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词法 + 字符 n-gram 仍然可用；只是少了语义召回通道。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788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API Key 不进 YAML、不进 GET 响应。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657600"/>
            <a:ext cx="4892040" cy="16459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支持的端点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4187952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SiliconFlow · OpenAI · 本地 Ollama · 火山方舟 · 任意 OpenAI 兼容 /embeddings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6872" y="493776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换模型 / 换维度后，旧向量会按 embeddingModel 自动失效并回填。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安全、token、兼容性，以及上线前最容易忽略的细节。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单独文件 0600；不进仓库、不进日志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记忆是本地明文；embedding 会发查询文本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0.2.x；更新后必须重启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NOTES / BEFORE YOU 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六条底线，先看再装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embedding.key 单独文件、0600；GET 不返回；不要提交到 Git。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 JSON；开启 embedding 会把查询文本发给供应商。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91855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Token 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默认注入 ≤1400 字符；active 单独 420；可关 active 或调小。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更新重启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client 半启动时加载；更新插件后刷新页面不够，要重启 DSH。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9392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异步蒸馏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turn/end 后异步；headless 退出太快可能丢最后一条；L3 可能暂为 0。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5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91855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Scope 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user 跨项目、project 跟工作区；共享/备份前先确认里面没有秘密。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74920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F5B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6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兼容性：DSH 0.2.x。persona 模板不要写 {{cwd}}（只注册 provider/model）；工作目录由 runtime context 提供。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0585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建议先在小 workspace 试运行，确认召回质量和 token 成本后再日常使用。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THANKS /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6459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记住该记住的，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3317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忘掉该忘掉的。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 · 混合召回 · 主动补位 · 引用回写 · 全程可审计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33087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github.com/Kaede-Ayaki/dsh-holo-memory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1888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源码 · README · PPT 生成脚本 · 控制台截图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977639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4439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v0.3.0  ·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81888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测试 24/24  ·  RRF / Active Window / Citation / Bands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57150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dsh-holo-memory — 三层全息记忆</dc:title>
  <dc:subject>DeepSeek Harness memory plugin introduction and installation</dc:subject>
  <dc:creator>dsh-holo-memory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